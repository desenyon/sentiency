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Sentiency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02920" y="1874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prompt injection defense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2331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Browser-native protection against hidden and adversarial AI inputs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3063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backend server  •  No telemetry  •  Google Chrome extension  •  Local-first storage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54864" cy="5029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Inspiration +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built Sentiency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8138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Inspiration
</a:t>
            </a: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Prompt-injection awareness at a Google campus hackathon venue — user safety, not only a model problem.
</a:t>
            </a:r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
</a:t>
            </a: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 hide in pages, paste, screenshots and diagrams, and live sessions. Users often notice too late.
</a:t>
            </a:r>
            <a:pPr indent="0" marL="0">
              <a:buNone/>
            </a:pPr>
            <a:r>
              <a:rPr lang="en-US" sz="1400" i="1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protect users before malicious instructions enter model context.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54864" cy="5029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Sentiency does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detection engines. One shield.</a:t>
            </a:r>
            <a:endParaRPr lang="en-US" sz="2400" dirty="0"/>
          </a:p>
        </p:txBody>
      </p:sp>
      <p:pic>
        <p:nvPicPr>
          <p:cNvPr id="4" name="Image 0" descr="/Users/naitikgupta/Projects/sentiency-cusor/presentations/hackathon/media/screenshot-activ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502920"/>
            <a:ext cx="356616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32588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Object Model Engine — visually hidden webpage text and risky image metadata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Clipboard Guard — pasted text and images before fields update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Scanner — copied selections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Monitor — live large language model chats, turn and trajectory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analysis — multimodal; visible text in screenshots (not steganography)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scan — any selected text on demand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443484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engines feed one unified threat pipeline.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11480" y="804672"/>
            <a:ext cx="54864" cy="5029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threat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80924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Input detection — Document Object Model, clipboard, session, copy, selection scan, image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Local heuristics — visibility, Unicode, encoding, instruction patterns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Google Generative Language API generateContent — JSON + responseJsonSchema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Threat confirmation — thresholds and local signals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Taxonomy mapping, severity scoring, injection character spans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Persist, notify user interface, remediate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37947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Callouts: hidden text · Unicode · encoding · multi-turn · image-embedded text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868680"/>
            <a:ext cx="54864" cy="5029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stands out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Browser-native · honest privacy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Browser-native · No backend server · No telemetry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 — chrome.storage.local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Multi-surface — text, images, sessions, paste, Document Object Model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788920"/>
            <a:ext cx="8138160" cy="1143000"/>
          </a:xfrm>
          <a:prstGeom prst="roundRect">
            <a:avLst>
              <a:gd name="adj" fmla="val 6400"/>
            </a:avLst>
          </a:prstGeom>
          <a:solidFill>
            <a:srgbClr val="18181B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8803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outbound classification call: Google Gemini (Generative Language API) with the user’s own API key.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“100% local” — local-first, minimal network footprint, no Sentiency servers.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868680"/>
            <a:ext cx="54864" cy="5029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Stack, algorithms, disclosure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81381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 </a:t>
            </a:r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JavaScript, React 18, Chrome Manifest Version 3, Extension APIs, Tailwind CSS, Webpack, Babel, Shadow DOM, MutationObserver, Google Generative Language API, chrome.storage.local.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algorithms: </a:t>
            </a:r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 aggregation, visibility heuristics, Unicode anomalies, encoding detection, instruction-pattern scan, bracket injection spans, span merge for remediation, multimodal visible-text image checks.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disclosure: </a:t>
            </a:r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 assisted development; product uses Google Gemini for classification; team owns architecture.
</a:t>
            </a:r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Sentiency account — bring your own Gemini API key.
</a:t>
            </a:r>
            <a:pPr indent="0" marL="0">
              <a:buNone/>
            </a:pPr>
            <a:r>
              <a:rPr lang="en-US" sz="100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Naitik Gupta · Julian Juan · Eric Hou · Ming Ying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658368"/>
            <a:ext cx="54864" cy="5029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· Learned ·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8138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Challenges: false positives · extension timing · Chrome Manifest Version 3 · hidden text · multi-turn / image attacks
</a:t>
            </a:r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Learned: systems problem · safety at interface · layered defense
</a:t>
            </a:r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Portable Document Format and optical character recognition (dependencies present, not wired) · explainability · enterprise controls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54864" cy="5029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it reaches the model</a:t>
            </a:r>
            <a:endParaRPr lang="en-US" sz="2600" dirty="0"/>
          </a:p>
        </p:txBody>
      </p:sp>
      <p:pic>
        <p:nvPicPr>
          <p:cNvPr id="4" name="Image 0" descr="/Users/naitikgupta/Projects/sentiency-cusor/presentations/hackathon/media/screenshot-activ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097280"/>
            <a:ext cx="3977640" cy="2240280"/>
          </a:xfrm>
          <a:prstGeom prst="rect">
            <a:avLst/>
          </a:prstGeom>
        </p:spPr>
      </p:pic>
      <p:pic>
        <p:nvPicPr>
          <p:cNvPr id="5" name="Image 1" descr="/Users/naitikgupta/Projects/sentiency-cusor/presentations/hackathon/media/screenshot-threat-detai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17720" y="1097280"/>
            <a:ext cx="3977640" cy="2240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35204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Hidden webpage text highlighted
</a:t>
            </a:r>
            <a:pPr indent="0" marL="0">
              <a:buNone/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Suspicious paste intercepted
</a:t>
            </a:r>
            <a:pPr indent="0" marL="0">
              <a:buNone/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Image or session threat in side panel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02920" y="42519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 · Highlight · Sanitize · Block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02920" y="4617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github.com/desenyon/sentiency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11480" y="713232"/>
            <a:ext cx="54864" cy="5029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Sentiency — Hackathon Judges Deck</dc:title>
  <dc:subject>Real-time prompt injection defense — browser-native</dc:subject>
  <dc:creator>Sentiency</dc:creator>
  <cp:lastModifiedBy>Sentiency</cp:lastModifiedBy>
  <cp:revision>1</cp:revision>
  <dcterms:created xsi:type="dcterms:W3CDTF">2026-03-29T00:38:45Z</dcterms:created>
  <dcterms:modified xsi:type="dcterms:W3CDTF">2026-03-29T00:38:45Z</dcterms:modified>
</cp:coreProperties>
</file>